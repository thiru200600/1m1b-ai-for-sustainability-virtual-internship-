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875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IBM SkillsBuild &amp; AICTE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AquaSense 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Groundwater Depletion. Empowering Rural Water Security.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3FBFA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800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43434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4800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43434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72200" y="4800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5806440"/>
            <a:ext cx="4937760" cy="0"/>
          </a:xfrm>
          <a:prstGeom prst="line">
            <a:avLst/>
          </a:prstGeom>
          <a:noFill/>
          <a:ln w="12700">
            <a:solidFill>
              <a:srgbClr val="3B4A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Thiruvikraman 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Thiruvalluvar University  |  B.Sc. Computer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Tamil Nadu's Invisible Water Crisis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water tables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over-extraction for irrigation and drinking water have pushed groundwater levels in many blocks toward critical or over-exploited status.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9476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Borewells running dry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603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households often discover a borewell has failed only after digging deeper — an expensive, reactive cycle with no early warning.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2793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stays scattered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data, block-level extraction limits, and government conservation schemes exist — but rarely reach the people who need them, in a language and format they can use.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40233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42793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variability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48920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monsoons make traditional, experience-based water planning less reliable every year.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Primary Goal, Two Reinforcing Goals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and Sanitation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AquaSense AI directly targets sustainable groundwater management — helping rural communities monitor, predict, and conserve a resource under mounting pressure.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5715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01168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0116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19933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26060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local resilience to erratic rainfall by turning climate data into practical, block-level water decisions.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3931920"/>
            <a:ext cx="5715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42062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42062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0" y="4187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 &amp; Communities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48006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rural community planning by giving panchayats early, data-backed visibility into water risk.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— DESIGN THINKING STAGE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Target Users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6F0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use AI to </a:t>
            </a:r>
            <a:pPr indent="0" marL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groundwater depletion and borewell failure risk</a:t>
            </a:r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so that </a:t>
            </a:r>
            <a:pPr indent="0" marL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farming communities in Tamil Nadu</a:t>
            </a:r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can adopt timely water conservation measures and become more sustainable?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borewells for irrigation; bear the direct cost of dry wells and failed sowing seasons.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749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3977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4617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Panchayat &amp; local governance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66160" y="5120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early, reliable signals to plan water-sharing, tanker deployment, and recharge works.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3977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4617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households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0" y="5120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the same aquifers for drinking water; affected first when levels fall.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3749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3977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35440" y="4617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extension officers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35440" y="5120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the bridge between government schemes and farmers on the ground.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AI, AND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Adds Value That Manual Methods Can't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057400"/>
            <a:ext cx="640080" cy="640080"/>
          </a:xfrm>
          <a:prstGeom prst="ellipse">
            <a:avLst/>
          </a:prstGeom>
          <a:solidFill>
            <a:srgbClr val="3FBFA0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rainfall, extraction, and seasonal patterns to forecast depletion trends before they become visible.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4411980" y="2057400"/>
            <a:ext cx="640080" cy="640080"/>
          </a:xfrm>
          <a:prstGeom prst="ellipse">
            <a:avLst/>
          </a:prstGeom>
          <a:solidFill>
            <a:srgbClr val="3FBFA0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detection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4290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blocks and borewell clusters showing early signs of stress, faster than manual monitoring.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7292340" y="2057400"/>
            <a:ext cx="640080" cy="640080"/>
          </a:xfrm>
          <a:prstGeom prst="ellipse">
            <a:avLst/>
          </a:prstGeom>
          <a:solidFill>
            <a:srgbClr val="3FBFA0"/>
          </a:solidFill>
          <a:ln/>
        </p:spPr>
      </p:sp>
      <p:sp>
        <p:nvSpPr>
          <p:cNvPr id="16" name="Text 14"/>
          <p:cNvSpPr/>
          <p:nvPr/>
        </p:nvSpPr>
        <p:spPr>
          <a:xfrm>
            <a:off x="72923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access (RAG)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4290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right government scheme, subsidy, or conservation guideline instantly — no need to search scattered PDFs.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972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72700" y="2057400"/>
            <a:ext cx="640080" cy="640080"/>
          </a:xfrm>
          <a:prstGeom prst="ellipse">
            <a:avLst/>
          </a:prstGeom>
          <a:solidFill>
            <a:srgbClr val="3FBFA0"/>
          </a:solidFill>
          <a:ln/>
        </p:spPr>
      </p:sp>
      <p:sp>
        <p:nvSpPr>
          <p:cNvPr id="21" name="Text 19"/>
          <p:cNvSpPr/>
          <p:nvPr/>
        </p:nvSpPr>
        <p:spPr>
          <a:xfrm>
            <a:off x="101727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7260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reach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0" y="34290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advisories in Tamil, through simple chat or voice — accessible even to farmers with low digital literacy.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don't need advanced coding — clear logic, sound workflow design, and responsible use of AI matter just as much.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AquaSense AI Works,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3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records, block-level groundwater readings, and borewell usage patterns.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834640"/>
            <a:ext cx="308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23210" y="19659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96037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3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60370" y="2560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 Prediction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60370" y="306324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flags blocks and borewells heading toward critical levels.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89170" y="2834640"/>
            <a:ext cx="308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97780" y="19659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23494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3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34940" y="2560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Layer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34940" y="306324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conservation schemes, subsidies, and rainwater-harvesting guidance.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63740" y="2834640"/>
            <a:ext cx="308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72350" y="19659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50951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3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09510" y="2560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Advisory Chat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09510" y="306324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assistant turns predictions and retrieved knowledge into plain-language advice.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38310" y="2834640"/>
            <a:ext cx="308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46920" y="19659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3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84080" y="2560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Alert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84080" y="306324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panchayats receive a timely nudge — before the well runs dry, not after.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AI components used: prompt engineering · Retrieval-Augmented Generation (RAG) · agentic workflow logic · multimodal (text + document) input for scheme lookup.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the Design-Thinking 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54480" y="2606040"/>
            <a:ext cx="9052560" cy="0"/>
          </a:xfrm>
          <a:prstGeom prst="line">
            <a:avLst/>
          </a:prstGeom>
          <a:noFill/>
          <a:ln w="25400">
            <a:solidFill>
              <a:srgbClr val="C7D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to the realities of borewell-dependent farming households and recurring dry-well seasons.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1860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4518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1178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57500" y="34290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the problem statement, mapped target users, and named the current information gap.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749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34290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automation, prediction, and decision-support options; chose feasibility over complexity.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78140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9781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3806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83780" y="34290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workflow diagram, RAG pipeline logic, and sample advisory conversation.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241280" y="2103120"/>
            <a:ext cx="731520" cy="731520"/>
          </a:xfrm>
          <a:prstGeom prst="ellipse">
            <a:avLst/>
          </a:prstGeom>
          <a:solidFill>
            <a:srgbClr val="3FBFA0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012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Refine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46920" y="34290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against mentor feedback for clarity, ethics, and real-world usefulness.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Advisory Interaction (RAG Pipeline)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09160" cy="4343400"/>
          </a:xfrm>
          <a:prstGeom prst="roundRect">
            <a:avLst>
              <a:gd name="adj" fmla="val 1684"/>
            </a:avLst>
          </a:prstGeom>
          <a:solidFill>
            <a:srgbClr val="E6F0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LOGIC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query received (text or voice, Tamil)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embedded and matched against depletion-risk data + local scheme documents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scheme clauses and risk score retrieved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combines retrieved context + farmer's specific situation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53949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53492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plain-language, actionable advisory reply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691640"/>
            <a:ext cx="6126480" cy="4343400"/>
          </a:xfrm>
          <a:prstGeom prst="roundRect">
            <a:avLst>
              <a:gd name="adj" fmla="val 1684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CONVERSATION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06440" y="2331720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2E3A6E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239572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E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borewell near Vembakkam gave less water this month. Should I dig deeper or wait for rain?”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337560"/>
            <a:ext cx="5074920" cy="2514600"/>
          </a:xfrm>
          <a:prstGeom prst="roundRect">
            <a:avLst>
              <a:gd name="adj" fmla="val 4364"/>
            </a:avLst>
          </a:prstGeom>
          <a:solidFill>
            <a:srgbClr val="3FBFA0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456432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block shows a moderate depletion trend this season — digging deeper is not recommended right now.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current guidelines: a farm-pond recharge subsidy is available in your block, and drip irrigation can cut your water draw by an estimated one-third.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like the nearest agriculture office contact to apply?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Fair, Transparent, Ethical, and Private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Advisories account for both small and large landholders, and for blocks with limited historical data — no community is deprioritized by default.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6260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47472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states the depletion signal and scheme clause it is based on, so farmers can see why, not just what.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6620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2466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47472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instructs unauthorized deepening of borewells and avoids advice that could trigger panic or unsafe extraction.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78308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26980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269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32688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0" y="347472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land-ownership or family data is stored beyond what's needed for that single advisory session.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If This Is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panchayats gain early, understandable warnings instead of learning about depletion only after a well fails.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2E3A6E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920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4688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conservation action — recharge structures, drip irrigation, scheme adoption — reduces over-extraction pressure on aquifers.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920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24688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failed sowing seasons and lower re-drilling costs, plus faster access to subsidies farmers were already entitled 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3FBFA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34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not expected to solve the entire world's problem.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AquaSense AI shows how a single, focused idea — grounded in a real village-level problem — can think critically, apply AI responsibly, and design with purpose to build for real, measurable impact.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2026-09-17T16:33:29Z</dcterms:created>
  <dcterms:modified xsi:type="dcterms:W3CDTF">2026-09-17T16:33:29Z</dcterms:modified>
</cp:coreProperties>
</file>